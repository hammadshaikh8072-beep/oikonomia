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9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47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24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83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67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81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95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14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92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7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34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59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FBCF1-783D-4A49-9F55-0C5930A82A31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60FB6-0092-4958-AD57-6D023811A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6559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10E5-DDF9-0F40-59B8-AE2F62449B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82AE4-C60B-923E-CF43-4F2BEC05B3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C1A02-FA4A-046B-E377-B96E2BE0F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53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84" y="707061"/>
            <a:ext cx="10798140" cy="516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7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C056-0EBE-E05D-7DCF-465DF460D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105244A-0289-6AAD-E6E1-81981064D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31" y="252110"/>
            <a:ext cx="11002338" cy="55938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623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D286-3521-A1A0-E401-D96FF27DB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8663600-0EBA-1B75-215C-77E7DA2A6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53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58" y="272657"/>
            <a:ext cx="10644883" cy="5450049"/>
          </a:xfrm>
        </p:spPr>
      </p:pic>
    </p:spTree>
    <p:extLst>
      <p:ext uri="{BB962C8B-B14F-4D97-AF65-F5344CB8AC3E}">
        <p14:creationId xmlns:p14="http://schemas.microsoft.com/office/powerpoint/2010/main" val="188737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F859C-D15A-9A2C-190F-FB2CC0C6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D487E4-CC0E-FDB3-BB42-7E4DD4E07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53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58" y="262384"/>
            <a:ext cx="10644883" cy="5438203"/>
          </a:xfrm>
        </p:spPr>
      </p:pic>
    </p:spTree>
    <p:extLst>
      <p:ext uri="{BB962C8B-B14F-4D97-AF65-F5344CB8AC3E}">
        <p14:creationId xmlns:p14="http://schemas.microsoft.com/office/powerpoint/2010/main" val="42154657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C383-FDA0-1428-337E-6E579671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138779-DDDB-1353-E24B-58C6C3765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38" y="277403"/>
            <a:ext cx="10962524" cy="5661060"/>
          </a:xfrm>
        </p:spPr>
      </p:pic>
    </p:spTree>
    <p:extLst>
      <p:ext uri="{BB962C8B-B14F-4D97-AF65-F5344CB8AC3E}">
        <p14:creationId xmlns:p14="http://schemas.microsoft.com/office/powerpoint/2010/main" val="13055825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2342-A89D-486F-ED80-FC51CD8DF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07138F-ED39-820D-21BE-6864A9D9D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53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3" y="252109"/>
            <a:ext cx="10768173" cy="5811838"/>
          </a:xfrm>
        </p:spPr>
      </p:pic>
    </p:spTree>
    <p:extLst>
      <p:ext uri="{BB962C8B-B14F-4D97-AF65-F5344CB8AC3E}">
        <p14:creationId xmlns:p14="http://schemas.microsoft.com/office/powerpoint/2010/main" val="999569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7646-5A5E-736E-225D-41DC9E72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6D3A17-C098-7F1D-0E5C-41F44E91D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53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01" y="277402"/>
            <a:ext cx="10695397" cy="5293386"/>
          </a:xfrm>
        </p:spPr>
      </p:pic>
    </p:spTree>
    <p:extLst>
      <p:ext uri="{BB962C8B-B14F-4D97-AF65-F5344CB8AC3E}">
        <p14:creationId xmlns:p14="http://schemas.microsoft.com/office/powerpoint/2010/main" val="4202105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D5FA-F5F2-071B-D73B-DC2B6651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039B34-A0A6-C0FD-DC08-BE6924675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53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34" y="246580"/>
            <a:ext cx="10880332" cy="5663255"/>
          </a:xfrm>
        </p:spPr>
      </p:pic>
    </p:spTree>
    <p:extLst>
      <p:ext uri="{BB962C8B-B14F-4D97-AF65-F5344CB8AC3E}">
        <p14:creationId xmlns:p14="http://schemas.microsoft.com/office/powerpoint/2010/main" val="209493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7281D-D88E-D406-F252-F2C3AB06D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BEC0CA-124B-7F25-F708-17C8FAB304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71" y="287676"/>
            <a:ext cx="10679129" cy="5414481"/>
          </a:xfrm>
        </p:spPr>
      </p:pic>
    </p:spTree>
    <p:extLst>
      <p:ext uri="{BB962C8B-B14F-4D97-AF65-F5344CB8AC3E}">
        <p14:creationId xmlns:p14="http://schemas.microsoft.com/office/powerpoint/2010/main" val="228765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833B-5ED5-988C-92A6-B9D2CE65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667" y="2851471"/>
            <a:ext cx="10515600" cy="1325563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CEA0C3-F307-CE71-7266-98DBD9DD7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33" y="811658"/>
            <a:ext cx="10700534" cy="5365305"/>
          </a:xfrm>
        </p:spPr>
      </p:pic>
    </p:spTree>
    <p:extLst>
      <p:ext uri="{BB962C8B-B14F-4D97-AF65-F5344CB8AC3E}">
        <p14:creationId xmlns:p14="http://schemas.microsoft.com/office/powerpoint/2010/main" val="31112680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Christ</dc:creator>
  <cp:lastModifiedBy>J Christ</cp:lastModifiedBy>
  <cp:revision>2</cp:revision>
  <dcterms:created xsi:type="dcterms:W3CDTF">2025-11-29T04:23:39Z</dcterms:created>
  <dcterms:modified xsi:type="dcterms:W3CDTF">2025-11-29T05:12:25Z</dcterms:modified>
</cp:coreProperties>
</file>